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2026년 7월 사내세미나: 미생물한도 개정 대응 방안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발표자: 김규제 책임연구원 / RA팀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개정 배경 및 유예기간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총호기성생균수 기준 100-&gt;10 CFU/g 강화</a:t>
            </a:r>
          </a:p>
          <a:p>
            <a:r>
              <a:t>기존 허가품목 유예기간: 2027.3.31까지</a:t>
            </a:r>
          </a:p>
          <a:p>
            <a:r>
              <a:t>QC팀 시험 배지 교체 준비 필요 (TSA 배지로 통일)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RA팀 대응 체크리스트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허가변경 신청 대상 품목 리스트업 (8월까지)</a:t>
            </a:r>
          </a:p>
          <a:p>
            <a:r>
              <a:t>유예기간 내 시험성적서 기준 명시 필수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